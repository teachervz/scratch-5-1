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370"/>
    <a:srgbClr val="AE9B94"/>
    <a:srgbClr val="7A99CF"/>
    <a:srgbClr val="B3C4E2"/>
    <a:srgbClr val="BAD4DD"/>
    <a:srgbClr val="78765A"/>
    <a:srgbClr val="FEFDF6"/>
    <a:srgbClr val="FCE0C9"/>
    <a:srgbClr val="4884BD"/>
    <a:srgbClr val="FBC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44" autoAdjust="0"/>
    <p:restoredTop sz="94622" autoAdjust="0"/>
  </p:normalViewPr>
  <p:slideViewPr>
    <p:cSldViewPr>
      <p:cViewPr varScale="1">
        <p:scale>
          <a:sx n="50" d="100"/>
          <a:sy n="50" d="100"/>
        </p:scale>
        <p:origin x="49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sv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Layout" Target="../slideLayouts/slideLayout7.xml"/><Relationship Id="rId7" Type="http://schemas.openxmlformats.org/officeDocument/2006/relationships/slide" Target="slide6.xml"/><Relationship Id="rId12" Type="http://schemas.openxmlformats.org/officeDocument/2006/relationships/image" Target="../media/image5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slide" Target="slide7.xml"/><Relationship Id="rId11" Type="http://schemas.openxmlformats.org/officeDocument/2006/relationships/slide" Target="slide9.xml"/><Relationship Id="rId5" Type="http://schemas.openxmlformats.org/officeDocument/2006/relationships/image" Target="../media/image6.png"/><Relationship Id="rId10" Type="http://schemas.openxmlformats.org/officeDocument/2006/relationships/slide" Target="slide3.xml"/><Relationship Id="rId4" Type="http://schemas.openxmlformats.org/officeDocument/2006/relationships/slide" Target="slide8.xml"/><Relationship Id="rId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4.svg"/><Relationship Id="rId11" Type="http://schemas.microsoft.com/office/2007/relationships/hdphoto" Target="../media/hdphoto3.wdp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1.sv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46222" y="407746"/>
            <a:ext cx="2430781" cy="1241908"/>
          </a:xfrm>
          <a:custGeom>
            <a:avLst/>
            <a:gdLst/>
            <a:ahLst/>
            <a:cxnLst/>
            <a:rect l="l" t="t" r="r" b="b"/>
            <a:pathLst>
              <a:path w="2430781" h="1241908">
                <a:moveTo>
                  <a:pt x="0" y="0"/>
                </a:moveTo>
                <a:lnTo>
                  <a:pt x="2430781" y="0"/>
                </a:lnTo>
                <a:lnTo>
                  <a:pt x="2430781" y="1241908"/>
                </a:lnTo>
                <a:lnTo>
                  <a:pt x="0" y="1241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5" name="Freeform 5"/>
          <p:cNvSpPr/>
          <p:nvPr/>
        </p:nvSpPr>
        <p:spPr>
          <a:xfrm>
            <a:off x="10767255" y="1028700"/>
            <a:ext cx="2430781" cy="1241908"/>
          </a:xfrm>
          <a:custGeom>
            <a:avLst/>
            <a:gdLst/>
            <a:ahLst/>
            <a:cxnLst/>
            <a:rect l="l" t="t" r="r" b="b"/>
            <a:pathLst>
              <a:path w="2430781" h="1241908">
                <a:moveTo>
                  <a:pt x="0" y="0"/>
                </a:moveTo>
                <a:lnTo>
                  <a:pt x="2430781" y="0"/>
                </a:lnTo>
                <a:lnTo>
                  <a:pt x="2430781" y="1241908"/>
                </a:lnTo>
                <a:lnTo>
                  <a:pt x="0" y="1241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6" name="Freeform 6"/>
          <p:cNvSpPr/>
          <p:nvPr/>
        </p:nvSpPr>
        <p:spPr>
          <a:xfrm>
            <a:off x="571424" y="1028700"/>
            <a:ext cx="2430781" cy="1241908"/>
          </a:xfrm>
          <a:custGeom>
            <a:avLst/>
            <a:gdLst/>
            <a:ahLst/>
            <a:cxnLst/>
            <a:rect l="l" t="t" r="r" b="b"/>
            <a:pathLst>
              <a:path w="2430781" h="1241908">
                <a:moveTo>
                  <a:pt x="0" y="0"/>
                </a:moveTo>
                <a:lnTo>
                  <a:pt x="2430781" y="0"/>
                </a:lnTo>
                <a:lnTo>
                  <a:pt x="2430781" y="1241908"/>
                </a:lnTo>
                <a:lnTo>
                  <a:pt x="0" y="1241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7" name="Freeform 7"/>
          <p:cNvSpPr/>
          <p:nvPr/>
        </p:nvSpPr>
        <p:spPr>
          <a:xfrm>
            <a:off x="16361665" y="740124"/>
            <a:ext cx="2430781" cy="1241908"/>
          </a:xfrm>
          <a:custGeom>
            <a:avLst/>
            <a:gdLst/>
            <a:ahLst/>
            <a:cxnLst/>
            <a:rect l="l" t="t" r="r" b="b"/>
            <a:pathLst>
              <a:path w="2430781" h="1241908">
                <a:moveTo>
                  <a:pt x="0" y="0"/>
                </a:moveTo>
                <a:lnTo>
                  <a:pt x="2430782" y="0"/>
                </a:lnTo>
                <a:lnTo>
                  <a:pt x="2430782" y="1241909"/>
                </a:lnTo>
                <a:lnTo>
                  <a:pt x="0" y="12419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D295246C-50B1-4F03-99DC-37A204B36858}"/>
              </a:ext>
            </a:extLst>
          </p:cNvPr>
          <p:cNvSpPr txBox="1"/>
          <p:nvPr/>
        </p:nvSpPr>
        <p:spPr>
          <a:xfrm>
            <a:off x="12141562" y="2110699"/>
            <a:ext cx="559441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8000" b="1" dirty="0">
                <a:solidFill>
                  <a:srgbClr val="2A537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مترو الرياض</a:t>
            </a:r>
          </a:p>
        </p:txBody>
      </p:sp>
      <p:grpSp>
        <p:nvGrpSpPr>
          <p:cNvPr id="18" name="مجموعة 17">
            <a:extLst>
              <a:ext uri="{FF2B5EF4-FFF2-40B4-BE49-F238E27FC236}">
                <a16:creationId xmlns:a16="http://schemas.microsoft.com/office/drawing/2014/main" id="{B690DFD3-1999-7529-365D-4375DAF71D28}"/>
              </a:ext>
            </a:extLst>
          </p:cNvPr>
          <p:cNvGrpSpPr/>
          <p:nvPr/>
        </p:nvGrpSpPr>
        <p:grpSpPr>
          <a:xfrm>
            <a:off x="-112291" y="9410694"/>
            <a:ext cx="18480543" cy="880764"/>
            <a:chOff x="569457" y="9622986"/>
            <a:chExt cx="17718543" cy="799932"/>
          </a:xfrm>
        </p:grpSpPr>
        <p:pic>
          <p:nvPicPr>
            <p:cNvPr id="15" name="صورة 14">
              <a:extLst>
                <a:ext uri="{FF2B5EF4-FFF2-40B4-BE49-F238E27FC236}">
                  <a16:creationId xmlns:a16="http://schemas.microsoft.com/office/drawing/2014/main" id="{79763A59-ECC9-87AB-5EFA-BECF526E8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87911"/>
            <a:stretch/>
          </p:blipFill>
          <p:spPr>
            <a:xfrm>
              <a:off x="6140792" y="9622986"/>
              <a:ext cx="12147208" cy="799932"/>
            </a:xfrm>
            <a:prstGeom prst="rect">
              <a:avLst/>
            </a:prstGeom>
          </p:spPr>
        </p:pic>
        <p:pic>
          <p:nvPicPr>
            <p:cNvPr id="16" name="صورة 15">
              <a:extLst>
                <a:ext uri="{FF2B5EF4-FFF2-40B4-BE49-F238E27FC236}">
                  <a16:creationId xmlns:a16="http://schemas.microsoft.com/office/drawing/2014/main" id="{CC92652E-62F4-9872-6B84-17A6C7561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87911" r="54135"/>
            <a:stretch/>
          </p:blipFill>
          <p:spPr>
            <a:xfrm>
              <a:off x="569457" y="9622986"/>
              <a:ext cx="5571335" cy="799932"/>
            </a:xfrm>
            <a:prstGeom prst="rect">
              <a:avLst/>
            </a:prstGeom>
          </p:spPr>
        </p:pic>
      </p:grpSp>
      <p:sp>
        <p:nvSpPr>
          <p:cNvPr id="3" name="Freeform 3"/>
          <p:cNvSpPr/>
          <p:nvPr/>
        </p:nvSpPr>
        <p:spPr>
          <a:xfrm>
            <a:off x="-112291" y="3619500"/>
            <a:ext cx="11301259" cy="5000807"/>
          </a:xfrm>
          <a:custGeom>
            <a:avLst/>
            <a:gdLst/>
            <a:ahLst/>
            <a:cxnLst/>
            <a:rect l="l" t="t" r="r" b="b"/>
            <a:pathLst>
              <a:path w="11301259" h="5000807">
                <a:moveTo>
                  <a:pt x="0" y="0"/>
                </a:moveTo>
                <a:lnTo>
                  <a:pt x="11301259" y="0"/>
                </a:lnTo>
                <a:lnTo>
                  <a:pt x="11301259" y="5000807"/>
                </a:lnTo>
                <a:lnTo>
                  <a:pt x="0" y="50008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4" name="Freeform 4"/>
          <p:cNvSpPr/>
          <p:nvPr/>
        </p:nvSpPr>
        <p:spPr>
          <a:xfrm>
            <a:off x="16154400" y="5030349"/>
            <a:ext cx="18915564" cy="4883655"/>
          </a:xfrm>
          <a:custGeom>
            <a:avLst/>
            <a:gdLst/>
            <a:ahLst/>
            <a:cxnLst/>
            <a:rect l="l" t="t" r="r" b="b"/>
            <a:pathLst>
              <a:path w="18915564" h="4883655">
                <a:moveTo>
                  <a:pt x="0" y="0"/>
                </a:moveTo>
                <a:lnTo>
                  <a:pt x="18915564" y="0"/>
                </a:lnTo>
                <a:lnTo>
                  <a:pt x="18915564" y="4883655"/>
                </a:lnTo>
                <a:lnTo>
                  <a:pt x="0" y="4883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pic>
        <p:nvPicPr>
          <p:cNvPr id="20" name="Train Horn - Sound Effect (HD)">
            <a:hlinkClick r:id="" action="ppaction://media"/>
            <a:extLst>
              <a:ext uri="{FF2B5EF4-FFF2-40B4-BE49-F238E27FC236}">
                <a16:creationId xmlns:a16="http://schemas.microsoft.com/office/drawing/2014/main" id="{552C58D9-B6B2-E1F5-79B6-B4C5806AE9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2277408" y="2291775"/>
            <a:ext cx="1477963" cy="14779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02778E-6 1.11111E-6 L -0.54626 0.00031 " pathEditMode="relative" rAng="0" ptsTypes="AA">
                                      <p:cBhvr>
                                        <p:cTn id="6" dur="4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318" y="1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29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4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72348-3AB3-BE37-EC1B-A05994C0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hlinkClick r:id="rId4" action="ppaction://hlinksldjump"/>
            <a:extLst>
              <a:ext uri="{FF2B5EF4-FFF2-40B4-BE49-F238E27FC236}">
                <a16:creationId xmlns:a16="http://schemas.microsoft.com/office/drawing/2014/main" id="{C40EAA98-CE7F-3CB5-22E4-084F9DBEFC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54" r="55468"/>
          <a:stretch/>
        </p:blipFill>
        <p:spPr>
          <a:xfrm>
            <a:off x="-5458" y="3924299"/>
            <a:ext cx="3101815" cy="6343514"/>
          </a:xfrm>
          <a:prstGeom prst="rect">
            <a:avLst/>
          </a:prstGeom>
        </p:spPr>
      </p:pic>
      <p:pic>
        <p:nvPicPr>
          <p:cNvPr id="9" name="صورة 8">
            <a:hlinkClick r:id="rId6" action="ppaction://hlinksldjump"/>
            <a:extLst>
              <a:ext uri="{FF2B5EF4-FFF2-40B4-BE49-F238E27FC236}">
                <a16:creationId xmlns:a16="http://schemas.microsoft.com/office/drawing/2014/main" id="{1DEADDDE-AB3B-6A0B-50EF-68BA2A20D3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54" r="55468"/>
          <a:stretch/>
        </p:blipFill>
        <p:spPr>
          <a:xfrm>
            <a:off x="2994186" y="3924299"/>
            <a:ext cx="3101815" cy="6343514"/>
          </a:xfrm>
          <a:prstGeom prst="rect">
            <a:avLst/>
          </a:prstGeom>
        </p:spPr>
      </p:pic>
      <p:pic>
        <p:nvPicPr>
          <p:cNvPr id="10" name="صورة 9">
            <a:hlinkClick r:id="rId7" action="ppaction://hlinksldjump"/>
            <a:extLst>
              <a:ext uri="{FF2B5EF4-FFF2-40B4-BE49-F238E27FC236}">
                <a16:creationId xmlns:a16="http://schemas.microsoft.com/office/drawing/2014/main" id="{9FB6372C-C124-3EE6-BF38-5A539E715E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54" r="55468"/>
          <a:stretch/>
        </p:blipFill>
        <p:spPr>
          <a:xfrm>
            <a:off x="6090376" y="3924299"/>
            <a:ext cx="3101815" cy="6343514"/>
          </a:xfrm>
          <a:prstGeom prst="rect">
            <a:avLst/>
          </a:prstGeom>
        </p:spPr>
      </p:pic>
      <p:pic>
        <p:nvPicPr>
          <p:cNvPr id="11" name="صورة 10">
            <a:hlinkClick r:id="rId8" action="ppaction://hlinksldjump"/>
            <a:extLst>
              <a:ext uri="{FF2B5EF4-FFF2-40B4-BE49-F238E27FC236}">
                <a16:creationId xmlns:a16="http://schemas.microsoft.com/office/drawing/2014/main" id="{85C3FDF6-EC27-8947-7C70-DF8C94B99B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54" r="55468"/>
          <a:stretch/>
        </p:blipFill>
        <p:spPr>
          <a:xfrm>
            <a:off x="9077800" y="3936291"/>
            <a:ext cx="3101815" cy="6343514"/>
          </a:xfrm>
          <a:prstGeom prst="rect">
            <a:avLst/>
          </a:prstGeom>
        </p:spPr>
      </p:pic>
      <p:pic>
        <p:nvPicPr>
          <p:cNvPr id="12" name="صورة 11">
            <a:hlinkClick r:id="rId9" action="ppaction://hlinksldjump"/>
            <a:extLst>
              <a:ext uri="{FF2B5EF4-FFF2-40B4-BE49-F238E27FC236}">
                <a16:creationId xmlns:a16="http://schemas.microsoft.com/office/drawing/2014/main" id="{8E5FD3E4-51C0-E6D2-6350-0BA62A5AE3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54" r="55468"/>
          <a:stretch/>
        </p:blipFill>
        <p:spPr>
          <a:xfrm>
            <a:off x="12168364" y="3936291"/>
            <a:ext cx="3101815" cy="6343514"/>
          </a:xfrm>
          <a:prstGeom prst="rect">
            <a:avLst/>
          </a:prstGeom>
        </p:spPr>
      </p:pic>
      <p:pic>
        <p:nvPicPr>
          <p:cNvPr id="13" name="صورة 12">
            <a:hlinkClick r:id="rId10" action="ppaction://hlinksldjump"/>
            <a:extLst>
              <a:ext uri="{FF2B5EF4-FFF2-40B4-BE49-F238E27FC236}">
                <a16:creationId xmlns:a16="http://schemas.microsoft.com/office/drawing/2014/main" id="{2D234EE2-84EC-1100-4EC9-41E974EE58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54" r="55468"/>
          <a:stretch/>
        </p:blipFill>
        <p:spPr>
          <a:xfrm>
            <a:off x="15186186" y="3937489"/>
            <a:ext cx="3101815" cy="6343514"/>
          </a:xfrm>
          <a:prstGeom prst="rect">
            <a:avLst/>
          </a:prstGeom>
        </p:spPr>
      </p:pic>
      <p:sp>
        <p:nvSpPr>
          <p:cNvPr id="16" name="مربع نص 15">
            <a:hlinkClick r:id="rId10" action="ppaction://hlinksldjump"/>
            <a:extLst>
              <a:ext uri="{FF2B5EF4-FFF2-40B4-BE49-F238E27FC236}">
                <a16:creationId xmlns:a16="http://schemas.microsoft.com/office/drawing/2014/main" id="{D986EBE2-6EF9-89B4-F25E-29C73784F8D9}"/>
              </a:ext>
            </a:extLst>
          </p:cNvPr>
          <p:cNvSpPr txBox="1"/>
          <p:nvPr/>
        </p:nvSpPr>
        <p:spPr>
          <a:xfrm>
            <a:off x="15963618" y="4076700"/>
            <a:ext cx="1981200" cy="523220"/>
          </a:xfrm>
          <a:prstGeom prst="rect">
            <a:avLst/>
          </a:prstGeom>
          <a:solidFill>
            <a:srgbClr val="AE9B94"/>
          </a:solidFill>
        </p:spPr>
        <p:txBody>
          <a:bodyPr wrap="square" rtlCol="1">
            <a:spAutoFit/>
          </a:bodyPr>
          <a:lstStyle/>
          <a:p>
            <a:pPr algn="ctr"/>
            <a:r>
              <a:rPr lang="en-GB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ar-SA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الوجهة رقم</a:t>
            </a:r>
          </a:p>
        </p:txBody>
      </p:sp>
      <p:sp>
        <p:nvSpPr>
          <p:cNvPr id="17" name="مربع نص 16">
            <a:hlinkClick r:id="rId9" action="ppaction://hlinksldjump"/>
            <a:extLst>
              <a:ext uri="{FF2B5EF4-FFF2-40B4-BE49-F238E27FC236}">
                <a16:creationId xmlns:a16="http://schemas.microsoft.com/office/drawing/2014/main" id="{A4079B5C-3D80-3D51-1EA4-F5FE1315E54A}"/>
              </a:ext>
            </a:extLst>
          </p:cNvPr>
          <p:cNvSpPr txBox="1"/>
          <p:nvPr/>
        </p:nvSpPr>
        <p:spPr>
          <a:xfrm>
            <a:off x="13030200" y="4076700"/>
            <a:ext cx="1981200" cy="523220"/>
          </a:xfrm>
          <a:prstGeom prst="rect">
            <a:avLst/>
          </a:prstGeom>
          <a:solidFill>
            <a:srgbClr val="AE9B94"/>
          </a:solidFill>
        </p:spPr>
        <p:txBody>
          <a:bodyPr wrap="square" rtlCol="1">
            <a:spAutoFit/>
          </a:bodyPr>
          <a:lstStyle/>
          <a:p>
            <a:pPr algn="ctr"/>
            <a:r>
              <a:rPr lang="en-GB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ar-SA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الوجهة رقم</a:t>
            </a:r>
          </a:p>
        </p:txBody>
      </p:sp>
      <p:sp>
        <p:nvSpPr>
          <p:cNvPr id="18" name="مربع نص 17">
            <a:hlinkClick r:id="rId8" action="ppaction://hlinksldjump"/>
            <a:extLst>
              <a:ext uri="{FF2B5EF4-FFF2-40B4-BE49-F238E27FC236}">
                <a16:creationId xmlns:a16="http://schemas.microsoft.com/office/drawing/2014/main" id="{7B48D7E6-89D1-8D84-4D83-B58D41F96531}"/>
              </a:ext>
            </a:extLst>
          </p:cNvPr>
          <p:cNvSpPr txBox="1"/>
          <p:nvPr/>
        </p:nvSpPr>
        <p:spPr>
          <a:xfrm>
            <a:off x="9885630" y="4076911"/>
            <a:ext cx="1981200" cy="523220"/>
          </a:xfrm>
          <a:prstGeom prst="rect">
            <a:avLst/>
          </a:prstGeom>
          <a:solidFill>
            <a:srgbClr val="AE9B94"/>
          </a:solidFill>
        </p:spPr>
        <p:txBody>
          <a:bodyPr wrap="square" rtlCol="1">
            <a:spAutoFit/>
          </a:bodyPr>
          <a:lstStyle/>
          <a:p>
            <a:pPr algn="ctr"/>
            <a:r>
              <a:rPr lang="en-GB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ar-SA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الوجهة رقم</a:t>
            </a:r>
          </a:p>
        </p:txBody>
      </p:sp>
      <p:sp>
        <p:nvSpPr>
          <p:cNvPr id="19" name="مربع نص 18">
            <a:hlinkClick r:id="rId7" action="ppaction://hlinksldjump"/>
            <a:extLst>
              <a:ext uri="{FF2B5EF4-FFF2-40B4-BE49-F238E27FC236}">
                <a16:creationId xmlns:a16="http://schemas.microsoft.com/office/drawing/2014/main" id="{D5042C2A-8729-47F0-468A-E9ACECD08FFE}"/>
              </a:ext>
            </a:extLst>
          </p:cNvPr>
          <p:cNvSpPr txBox="1"/>
          <p:nvPr/>
        </p:nvSpPr>
        <p:spPr>
          <a:xfrm>
            <a:off x="6833364" y="4076700"/>
            <a:ext cx="1981200" cy="523220"/>
          </a:xfrm>
          <a:prstGeom prst="rect">
            <a:avLst/>
          </a:prstGeom>
          <a:solidFill>
            <a:srgbClr val="AE9B94"/>
          </a:solidFill>
        </p:spPr>
        <p:txBody>
          <a:bodyPr wrap="square" rtlCol="1">
            <a:spAutoFit/>
          </a:bodyPr>
          <a:lstStyle/>
          <a:p>
            <a:pPr algn="ctr"/>
            <a:r>
              <a:rPr lang="en-GB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lang="ar-SA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الوجهة رقم</a:t>
            </a:r>
          </a:p>
        </p:txBody>
      </p:sp>
      <p:sp>
        <p:nvSpPr>
          <p:cNvPr id="20" name="مربع نص 19">
            <a:hlinkClick r:id="rId6" action="ppaction://hlinksldjump"/>
            <a:extLst>
              <a:ext uri="{FF2B5EF4-FFF2-40B4-BE49-F238E27FC236}">
                <a16:creationId xmlns:a16="http://schemas.microsoft.com/office/drawing/2014/main" id="{42EF6479-5B7C-0354-DE1A-13FEF86F78CD}"/>
              </a:ext>
            </a:extLst>
          </p:cNvPr>
          <p:cNvSpPr txBox="1"/>
          <p:nvPr/>
        </p:nvSpPr>
        <p:spPr>
          <a:xfrm>
            <a:off x="3812938" y="4076700"/>
            <a:ext cx="1981200" cy="523220"/>
          </a:xfrm>
          <a:prstGeom prst="rect">
            <a:avLst/>
          </a:prstGeom>
          <a:solidFill>
            <a:srgbClr val="AE9B94"/>
          </a:solidFill>
        </p:spPr>
        <p:txBody>
          <a:bodyPr wrap="square" rtlCol="1">
            <a:spAutoFit/>
          </a:bodyPr>
          <a:lstStyle/>
          <a:p>
            <a:pPr algn="ctr"/>
            <a:r>
              <a:rPr lang="en-GB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</a:t>
            </a:r>
            <a:r>
              <a:rPr lang="ar-SA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الوجهة رقم</a:t>
            </a:r>
          </a:p>
        </p:txBody>
      </p:sp>
      <p:sp>
        <p:nvSpPr>
          <p:cNvPr id="21" name="مربع نص 20">
            <a:hlinkClick r:id="rId4" action="ppaction://hlinksldjump"/>
            <a:extLst>
              <a:ext uri="{FF2B5EF4-FFF2-40B4-BE49-F238E27FC236}">
                <a16:creationId xmlns:a16="http://schemas.microsoft.com/office/drawing/2014/main" id="{116D0341-14DB-A460-B559-E14EFF938701}"/>
              </a:ext>
            </a:extLst>
          </p:cNvPr>
          <p:cNvSpPr txBox="1"/>
          <p:nvPr/>
        </p:nvSpPr>
        <p:spPr>
          <a:xfrm>
            <a:off x="749750" y="4076700"/>
            <a:ext cx="1981200" cy="523220"/>
          </a:xfrm>
          <a:prstGeom prst="rect">
            <a:avLst/>
          </a:prstGeom>
          <a:solidFill>
            <a:srgbClr val="AE9B94"/>
          </a:solidFill>
        </p:spPr>
        <p:txBody>
          <a:bodyPr wrap="square" rtlCol="1">
            <a:spAutoFit/>
          </a:bodyPr>
          <a:lstStyle/>
          <a:p>
            <a:pPr algn="ctr"/>
            <a:r>
              <a:rPr lang="en-GB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 </a:t>
            </a:r>
            <a:r>
              <a:rPr lang="ar-SA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الوجهة رقم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FC0882DA-F04C-9D5E-6649-41175B4DD74C}"/>
              </a:ext>
            </a:extLst>
          </p:cNvPr>
          <p:cNvSpPr/>
          <p:nvPr/>
        </p:nvSpPr>
        <p:spPr>
          <a:xfrm>
            <a:off x="6833364" y="0"/>
            <a:ext cx="219746" cy="1041400"/>
          </a:xfrm>
          <a:prstGeom prst="rect">
            <a:avLst/>
          </a:prstGeom>
          <a:solidFill>
            <a:srgbClr val="AE9B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E47BE26D-CC52-C2C3-1D69-29E9210C2139}"/>
              </a:ext>
            </a:extLst>
          </p:cNvPr>
          <p:cNvSpPr/>
          <p:nvPr/>
        </p:nvSpPr>
        <p:spPr>
          <a:xfrm>
            <a:off x="11234892" y="0"/>
            <a:ext cx="219746" cy="1041400"/>
          </a:xfrm>
          <a:prstGeom prst="rect">
            <a:avLst/>
          </a:prstGeom>
          <a:solidFill>
            <a:srgbClr val="AE9B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2" name="مربع نص 21">
            <a:extLst>
              <a:ext uri="{FF2B5EF4-FFF2-40B4-BE49-F238E27FC236}">
                <a16:creationId xmlns:a16="http://schemas.microsoft.com/office/drawing/2014/main" id="{FF7D6BE1-C79A-565E-68A0-61338B392E22}"/>
              </a:ext>
            </a:extLst>
          </p:cNvPr>
          <p:cNvSpPr txBox="1"/>
          <p:nvPr/>
        </p:nvSpPr>
        <p:spPr>
          <a:xfrm>
            <a:off x="6728009" y="911052"/>
            <a:ext cx="4928364" cy="707886"/>
          </a:xfrm>
          <a:prstGeom prst="rect">
            <a:avLst/>
          </a:prstGeom>
          <a:solidFill>
            <a:srgbClr val="AE9B94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algn="ctr"/>
            <a:r>
              <a:rPr lang="ar-SA" sz="40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الوجهات</a:t>
            </a:r>
          </a:p>
        </p:txBody>
      </p:sp>
      <p:sp>
        <p:nvSpPr>
          <p:cNvPr id="25" name="مستطيل: زوايا مستديرة 24">
            <a:hlinkClick r:id="rId11" action="ppaction://hlinksldjump"/>
            <a:extLst>
              <a:ext uri="{FF2B5EF4-FFF2-40B4-BE49-F238E27FC236}">
                <a16:creationId xmlns:a16="http://schemas.microsoft.com/office/drawing/2014/main" id="{BE017AF8-0F8D-D48B-026C-16C88C30654F}"/>
              </a:ext>
            </a:extLst>
          </p:cNvPr>
          <p:cNvSpPr/>
          <p:nvPr/>
        </p:nvSpPr>
        <p:spPr>
          <a:xfrm>
            <a:off x="140150" y="203166"/>
            <a:ext cx="3200400" cy="707886"/>
          </a:xfrm>
          <a:prstGeom prst="roundRect">
            <a:avLst>
              <a:gd name="adj" fmla="val 39379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8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تذكرة خروج</a:t>
            </a:r>
          </a:p>
        </p:txBody>
      </p:sp>
      <p:pic>
        <p:nvPicPr>
          <p:cNvPr id="27" name="RPReplay_Final1734125682">
            <a:hlinkClick r:id="" action="ppaction://media"/>
            <a:extLst>
              <a:ext uri="{FF2B5EF4-FFF2-40B4-BE49-F238E27FC236}">
                <a16:creationId xmlns:a16="http://schemas.microsoft.com/office/drawing/2014/main" id="{CCA04851-B54E-9AA2-A7AC-2E838B94AA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838200" y="154204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149545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3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08FFF-84D4-0690-256E-01966543A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صورة 3" descr="صورة تحتوي على لقطة شاشة, أثاث المنزل, كرسي, التصميم&#10;&#10;تم إنشاء الوصف تلقائياً">
            <a:extLst>
              <a:ext uri="{FF2B5EF4-FFF2-40B4-BE49-F238E27FC236}">
                <a16:creationId xmlns:a16="http://schemas.microsoft.com/office/drawing/2014/main" id="{1266B953-CA29-43E5-DD1D-19B94BAA1B4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6089" b="11110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8E1D1B2D-BEB6-B01F-CE96-DDA6F787156F}"/>
              </a:ext>
            </a:extLst>
          </p:cNvPr>
          <p:cNvSpPr/>
          <p:nvPr/>
        </p:nvSpPr>
        <p:spPr>
          <a:xfrm>
            <a:off x="2819400" y="342900"/>
            <a:ext cx="12954000" cy="20574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أي مما يلي يعد جهاز تخزين </a:t>
            </a:r>
          </a:p>
        </p:txBody>
      </p:sp>
      <p:sp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9910E52A-D547-A477-5161-0B2A0E8AE97F}"/>
              </a:ext>
            </a:extLst>
          </p:cNvPr>
          <p:cNvSpPr/>
          <p:nvPr/>
        </p:nvSpPr>
        <p:spPr>
          <a:xfrm>
            <a:off x="4169764" y="3619500"/>
            <a:ext cx="9906000" cy="138853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الفلاش </a:t>
            </a:r>
          </a:p>
        </p:txBody>
      </p:sp>
      <p:sp>
        <p:nvSpPr>
          <p:cNvPr id="12" name="مستطيل: زوايا مستديرة 11">
            <a:extLst>
              <a:ext uri="{FF2B5EF4-FFF2-40B4-BE49-F238E27FC236}">
                <a16:creationId xmlns:a16="http://schemas.microsoft.com/office/drawing/2014/main" id="{24ED26D4-C82D-1F47-0AEE-6FCC7DF81AF3}"/>
              </a:ext>
            </a:extLst>
          </p:cNvPr>
          <p:cNvSpPr/>
          <p:nvPr/>
        </p:nvSpPr>
        <p:spPr>
          <a:xfrm>
            <a:off x="4191000" y="5509684"/>
            <a:ext cx="9906000" cy="138853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الشاشة </a:t>
            </a:r>
          </a:p>
        </p:txBody>
      </p:sp>
      <p:sp>
        <p:nvSpPr>
          <p:cNvPr id="21" name="سهم: لليسار 20">
            <a:hlinkClick r:id="rId6" action="ppaction://hlinksldjump"/>
            <a:extLst>
              <a:ext uri="{FF2B5EF4-FFF2-40B4-BE49-F238E27FC236}">
                <a16:creationId xmlns:a16="http://schemas.microsoft.com/office/drawing/2014/main" id="{10A40596-6CA5-EB52-44E3-CE3C1305CDD1}"/>
              </a:ext>
            </a:extLst>
          </p:cNvPr>
          <p:cNvSpPr/>
          <p:nvPr/>
        </p:nvSpPr>
        <p:spPr>
          <a:xfrm>
            <a:off x="381000" y="8572500"/>
            <a:ext cx="2209800" cy="1483977"/>
          </a:xfrm>
          <a:prstGeom prst="leftArrow">
            <a:avLst/>
          </a:prstGeom>
          <a:solidFill>
            <a:srgbClr val="2A53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b="1" dirty="0"/>
              <a:t>العودة</a:t>
            </a:r>
          </a:p>
        </p:txBody>
      </p:sp>
    </p:spTree>
    <p:extLst>
      <p:ext uri="{BB962C8B-B14F-4D97-AF65-F5344CB8AC3E}">
        <p14:creationId xmlns:p14="http://schemas.microsoft.com/office/powerpoint/2010/main" val="1234955932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F6128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خطا صوت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6CB56F-E005-6AC8-6B78-DB260370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28DDCAB-1FE9-4CAF-95C0-9162C825D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صورة 3" descr="صورة تحتوي على لقطة شاشة, أثاث المنزل, كرسي, التصميم&#10;&#10;تم إنشاء الوصف تلقائياً">
            <a:extLst>
              <a:ext uri="{FF2B5EF4-FFF2-40B4-BE49-F238E27FC236}">
                <a16:creationId xmlns:a16="http://schemas.microsoft.com/office/drawing/2014/main" id="{E6402B05-9FEA-3E8C-B5ED-8EA9BEBEDA2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6089" b="11110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7B774DCE-DD93-46FA-67D5-BB3CDEEAA2DF}"/>
              </a:ext>
            </a:extLst>
          </p:cNvPr>
          <p:cNvSpPr/>
          <p:nvPr/>
        </p:nvSpPr>
        <p:spPr>
          <a:xfrm>
            <a:off x="2819400" y="342900"/>
            <a:ext cx="12954000" cy="20574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أي مما يلي يعد جهاز ادخال  </a:t>
            </a:r>
          </a:p>
        </p:txBody>
      </p:sp>
      <p:sp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0C7D324A-D016-448C-D65B-399306AA6CEF}"/>
              </a:ext>
            </a:extLst>
          </p:cNvPr>
          <p:cNvSpPr/>
          <p:nvPr/>
        </p:nvSpPr>
        <p:spPr>
          <a:xfrm>
            <a:off x="4191000" y="3481916"/>
            <a:ext cx="9906000" cy="138853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الطابعة </a:t>
            </a:r>
          </a:p>
        </p:txBody>
      </p:sp>
      <p:sp>
        <p:nvSpPr>
          <p:cNvPr id="12" name="مستطيل: زوايا مستديرة 11">
            <a:extLst>
              <a:ext uri="{FF2B5EF4-FFF2-40B4-BE49-F238E27FC236}">
                <a16:creationId xmlns:a16="http://schemas.microsoft.com/office/drawing/2014/main" id="{05A92F83-5689-EC53-A4BD-CF18CEF80B11}"/>
              </a:ext>
            </a:extLst>
          </p:cNvPr>
          <p:cNvSpPr/>
          <p:nvPr/>
        </p:nvSpPr>
        <p:spPr>
          <a:xfrm>
            <a:off x="4191000" y="5524500"/>
            <a:ext cx="9906000" cy="138853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لوحة المفاتيح </a:t>
            </a:r>
          </a:p>
        </p:txBody>
      </p:sp>
      <p:sp>
        <p:nvSpPr>
          <p:cNvPr id="2" name="سهم: لليسار 1">
            <a:hlinkClick r:id="rId6" action="ppaction://hlinksldjump"/>
            <a:extLst>
              <a:ext uri="{FF2B5EF4-FFF2-40B4-BE49-F238E27FC236}">
                <a16:creationId xmlns:a16="http://schemas.microsoft.com/office/drawing/2014/main" id="{C518744E-B064-8F27-9F6E-B5117A95C278}"/>
              </a:ext>
            </a:extLst>
          </p:cNvPr>
          <p:cNvSpPr/>
          <p:nvPr/>
        </p:nvSpPr>
        <p:spPr>
          <a:xfrm>
            <a:off x="381000" y="8572500"/>
            <a:ext cx="2209800" cy="1483977"/>
          </a:xfrm>
          <a:prstGeom prst="leftArrow">
            <a:avLst/>
          </a:prstGeom>
          <a:solidFill>
            <a:srgbClr val="2A53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b="1" dirty="0"/>
              <a:t>العودة</a:t>
            </a:r>
          </a:p>
        </p:txBody>
      </p:sp>
    </p:spTree>
    <p:extLst>
      <p:ext uri="{BB962C8B-B14F-4D97-AF65-F5344CB8AC3E}">
        <p14:creationId xmlns:p14="http://schemas.microsoft.com/office/powerpoint/2010/main" val="2929460912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F6128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خطا صوت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F5117-DFB6-D0AB-EDFD-21CB06439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F051FB-034D-C053-F81B-84B804661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صورة 3" descr="صورة تحتوي على لقطة شاشة, أثاث المنزل, كرسي, التصميم&#10;&#10;تم إنشاء الوصف تلقائياً">
            <a:extLst>
              <a:ext uri="{FF2B5EF4-FFF2-40B4-BE49-F238E27FC236}">
                <a16:creationId xmlns:a16="http://schemas.microsoft.com/office/drawing/2014/main" id="{56585101-15D3-FF64-4F91-94CC2F41693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6089" b="11110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552D0619-35E8-A66B-8F27-098CBC458B0C}"/>
              </a:ext>
            </a:extLst>
          </p:cNvPr>
          <p:cNvSpPr/>
          <p:nvPr/>
        </p:nvSpPr>
        <p:spPr>
          <a:xfrm>
            <a:off x="2819400" y="342900"/>
            <a:ext cx="12954000" cy="20574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يمكن معرفة نوع الملف من خلال امتداده </a:t>
            </a:r>
          </a:p>
        </p:txBody>
      </p:sp>
      <p:sp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B19BD924-F374-54B5-A422-9990CA5747E9}"/>
              </a:ext>
            </a:extLst>
          </p:cNvPr>
          <p:cNvSpPr/>
          <p:nvPr/>
        </p:nvSpPr>
        <p:spPr>
          <a:xfrm>
            <a:off x="4191000" y="3467100"/>
            <a:ext cx="9906000" cy="138853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صح</a:t>
            </a:r>
          </a:p>
        </p:txBody>
      </p:sp>
      <p:sp>
        <p:nvSpPr>
          <p:cNvPr id="12" name="مستطيل: زوايا مستديرة 11">
            <a:extLst>
              <a:ext uri="{FF2B5EF4-FFF2-40B4-BE49-F238E27FC236}">
                <a16:creationId xmlns:a16="http://schemas.microsoft.com/office/drawing/2014/main" id="{EA85150F-F4FB-46D6-375D-D7DD11742E6E}"/>
              </a:ext>
            </a:extLst>
          </p:cNvPr>
          <p:cNvSpPr/>
          <p:nvPr/>
        </p:nvSpPr>
        <p:spPr>
          <a:xfrm>
            <a:off x="4191000" y="5509684"/>
            <a:ext cx="9906000" cy="138853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خطا </a:t>
            </a:r>
          </a:p>
        </p:txBody>
      </p:sp>
      <p:sp>
        <p:nvSpPr>
          <p:cNvPr id="2" name="سهم: لليسار 1">
            <a:hlinkClick r:id="rId6" action="ppaction://hlinksldjump"/>
            <a:extLst>
              <a:ext uri="{FF2B5EF4-FFF2-40B4-BE49-F238E27FC236}">
                <a16:creationId xmlns:a16="http://schemas.microsoft.com/office/drawing/2014/main" id="{A52F21E9-B6E5-4A96-FB62-6E3660E8C47E}"/>
              </a:ext>
            </a:extLst>
          </p:cNvPr>
          <p:cNvSpPr/>
          <p:nvPr/>
        </p:nvSpPr>
        <p:spPr>
          <a:xfrm>
            <a:off x="381000" y="8572500"/>
            <a:ext cx="2209800" cy="1483977"/>
          </a:xfrm>
          <a:prstGeom prst="leftArrow">
            <a:avLst/>
          </a:prstGeom>
          <a:solidFill>
            <a:srgbClr val="2A53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b="1" dirty="0"/>
              <a:t>العودة</a:t>
            </a:r>
          </a:p>
        </p:txBody>
      </p:sp>
    </p:spTree>
    <p:extLst>
      <p:ext uri="{BB962C8B-B14F-4D97-AF65-F5344CB8AC3E}">
        <p14:creationId xmlns:p14="http://schemas.microsoft.com/office/powerpoint/2010/main" val="177873780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F6128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خطا صوت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3BD9B-E85D-169E-27E8-F14AFD16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9F4A796-E78E-F24C-056A-3F6013933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صورة 3" descr="صورة تحتوي على لقطة شاشة, أثاث المنزل, كرسي, التصميم&#10;&#10;تم إنشاء الوصف تلقائياً">
            <a:extLst>
              <a:ext uri="{FF2B5EF4-FFF2-40B4-BE49-F238E27FC236}">
                <a16:creationId xmlns:a16="http://schemas.microsoft.com/office/drawing/2014/main" id="{D9529193-4339-E304-1B21-1A86BBE7340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6089" b="11110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B856F003-86B1-DBE0-218A-8B8C8C0AF4B5}"/>
              </a:ext>
            </a:extLst>
          </p:cNvPr>
          <p:cNvSpPr/>
          <p:nvPr/>
        </p:nvSpPr>
        <p:spPr>
          <a:xfrm>
            <a:off x="2819400" y="342900"/>
            <a:ext cx="12954000" cy="20574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عندما تكتبين قصيدة او قصة او ترسمين عملاً فنيا فانه يصبح ملكاً للجميع </a:t>
            </a:r>
          </a:p>
        </p:txBody>
      </p:sp>
      <p:sp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A7B66C2D-7E85-BC91-CFC3-074F30FB1C97}"/>
              </a:ext>
            </a:extLst>
          </p:cNvPr>
          <p:cNvSpPr/>
          <p:nvPr/>
        </p:nvSpPr>
        <p:spPr>
          <a:xfrm>
            <a:off x="4191000" y="3481916"/>
            <a:ext cx="9906000" cy="138853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صح </a:t>
            </a:r>
          </a:p>
        </p:txBody>
      </p:sp>
      <p:sp>
        <p:nvSpPr>
          <p:cNvPr id="12" name="مستطيل: زوايا مستديرة 11">
            <a:extLst>
              <a:ext uri="{FF2B5EF4-FFF2-40B4-BE49-F238E27FC236}">
                <a16:creationId xmlns:a16="http://schemas.microsoft.com/office/drawing/2014/main" id="{D9694677-1F92-8A16-8618-E796A52BA726}"/>
              </a:ext>
            </a:extLst>
          </p:cNvPr>
          <p:cNvSpPr/>
          <p:nvPr/>
        </p:nvSpPr>
        <p:spPr>
          <a:xfrm>
            <a:off x="4191000" y="5524500"/>
            <a:ext cx="9906000" cy="138853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خطا </a:t>
            </a:r>
          </a:p>
        </p:txBody>
      </p:sp>
      <p:sp>
        <p:nvSpPr>
          <p:cNvPr id="2" name="سهم: لليسار 1">
            <a:hlinkClick r:id="rId6" action="ppaction://hlinksldjump"/>
            <a:extLst>
              <a:ext uri="{FF2B5EF4-FFF2-40B4-BE49-F238E27FC236}">
                <a16:creationId xmlns:a16="http://schemas.microsoft.com/office/drawing/2014/main" id="{FF7B98AF-81B8-DEC2-13AE-76B03EE9858F}"/>
              </a:ext>
            </a:extLst>
          </p:cNvPr>
          <p:cNvSpPr/>
          <p:nvPr/>
        </p:nvSpPr>
        <p:spPr>
          <a:xfrm>
            <a:off x="381000" y="8572500"/>
            <a:ext cx="2209800" cy="1483977"/>
          </a:xfrm>
          <a:prstGeom prst="leftArrow">
            <a:avLst/>
          </a:prstGeom>
          <a:solidFill>
            <a:srgbClr val="2A53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b="1" dirty="0"/>
              <a:t>العودة</a:t>
            </a:r>
          </a:p>
        </p:txBody>
      </p:sp>
    </p:spTree>
    <p:extLst>
      <p:ext uri="{BB962C8B-B14F-4D97-AF65-F5344CB8AC3E}">
        <p14:creationId xmlns:p14="http://schemas.microsoft.com/office/powerpoint/2010/main" val="3201729468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F6128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خطا صوت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6D213-CC93-E13E-C7C9-94DCA97A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EB049F4-158D-7DEB-3B28-BCADF6E1A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صورة 3" descr="صورة تحتوي على لقطة شاشة, أثاث المنزل, كرسي, التصميم&#10;&#10;تم إنشاء الوصف تلقائياً">
            <a:extLst>
              <a:ext uri="{FF2B5EF4-FFF2-40B4-BE49-F238E27FC236}">
                <a16:creationId xmlns:a16="http://schemas.microsoft.com/office/drawing/2014/main" id="{587C4C27-4F6C-1324-AFAA-DBBF5FCDD0A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6089" b="11110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DFBC9188-8F99-E132-5267-FF2E3967E8C5}"/>
              </a:ext>
            </a:extLst>
          </p:cNvPr>
          <p:cNvSpPr/>
          <p:nvPr/>
        </p:nvSpPr>
        <p:spPr>
          <a:xfrm>
            <a:off x="2819400" y="342900"/>
            <a:ext cx="12954000" cy="20574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يقاس حجم الملف بوحدة </a:t>
            </a:r>
          </a:p>
        </p:txBody>
      </p:sp>
      <p:sp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1C8BF1FE-D07B-733A-87D0-3FD299DFEE2E}"/>
              </a:ext>
            </a:extLst>
          </p:cNvPr>
          <p:cNvSpPr/>
          <p:nvPr/>
        </p:nvSpPr>
        <p:spPr>
          <a:xfrm>
            <a:off x="4191000" y="3467100"/>
            <a:ext cx="9906000" cy="138853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البايت </a:t>
            </a:r>
          </a:p>
        </p:txBody>
      </p:sp>
      <p:sp>
        <p:nvSpPr>
          <p:cNvPr id="12" name="مستطيل: زوايا مستديرة 11">
            <a:extLst>
              <a:ext uri="{FF2B5EF4-FFF2-40B4-BE49-F238E27FC236}">
                <a16:creationId xmlns:a16="http://schemas.microsoft.com/office/drawing/2014/main" id="{DF89798B-EEE5-C89D-794D-25A8A37D2B89}"/>
              </a:ext>
            </a:extLst>
          </p:cNvPr>
          <p:cNvSpPr/>
          <p:nvPr/>
        </p:nvSpPr>
        <p:spPr>
          <a:xfrm>
            <a:off x="4191000" y="5509684"/>
            <a:ext cx="9906000" cy="138853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المتر </a:t>
            </a:r>
          </a:p>
        </p:txBody>
      </p:sp>
      <p:sp>
        <p:nvSpPr>
          <p:cNvPr id="2" name="سهم: لليسار 1">
            <a:hlinkClick r:id="rId6" action="ppaction://hlinksldjump"/>
            <a:extLst>
              <a:ext uri="{FF2B5EF4-FFF2-40B4-BE49-F238E27FC236}">
                <a16:creationId xmlns:a16="http://schemas.microsoft.com/office/drawing/2014/main" id="{FDCD981E-BDA9-DE2F-1ED8-E473DBCA9614}"/>
              </a:ext>
            </a:extLst>
          </p:cNvPr>
          <p:cNvSpPr/>
          <p:nvPr/>
        </p:nvSpPr>
        <p:spPr>
          <a:xfrm>
            <a:off x="381000" y="8572500"/>
            <a:ext cx="2209800" cy="1483977"/>
          </a:xfrm>
          <a:prstGeom prst="leftArrow">
            <a:avLst/>
          </a:prstGeom>
          <a:solidFill>
            <a:srgbClr val="2A53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b="1" dirty="0"/>
              <a:t>العودة</a:t>
            </a:r>
          </a:p>
        </p:txBody>
      </p:sp>
    </p:spTree>
    <p:extLst>
      <p:ext uri="{BB962C8B-B14F-4D97-AF65-F5344CB8AC3E}">
        <p14:creationId xmlns:p14="http://schemas.microsoft.com/office/powerpoint/2010/main" val="1758349346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F6128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خطا صوت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0CCB86-C6C5-CDBF-750E-37A145EF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E0F3B4B-62FF-CC11-B982-20D6FAFF2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صورة 3" descr="صورة تحتوي على لقطة شاشة, أثاث المنزل, كرسي, التصميم&#10;&#10;تم إنشاء الوصف تلقائياً">
            <a:extLst>
              <a:ext uri="{FF2B5EF4-FFF2-40B4-BE49-F238E27FC236}">
                <a16:creationId xmlns:a16="http://schemas.microsoft.com/office/drawing/2014/main" id="{EC8562A9-CAB4-FC20-7654-92B93BB1064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6089" b="11110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6BB1FF37-DF9B-7DDC-3C11-5BFF56B3964F}"/>
              </a:ext>
            </a:extLst>
          </p:cNvPr>
          <p:cNvSpPr/>
          <p:nvPr/>
        </p:nvSpPr>
        <p:spPr>
          <a:xfrm>
            <a:off x="2438400" y="495300"/>
            <a:ext cx="12954000" cy="20574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لوحة الام هو الجزء الذي ينفذ جميع العمليات التي تمكن الحاسب من القيام بمهامه  </a:t>
            </a:r>
          </a:p>
        </p:txBody>
      </p:sp>
      <p:sp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8F71A052-74A7-0BB6-D593-A28362695572}"/>
              </a:ext>
            </a:extLst>
          </p:cNvPr>
          <p:cNvSpPr/>
          <p:nvPr/>
        </p:nvSpPr>
        <p:spPr>
          <a:xfrm>
            <a:off x="4191000" y="3481916"/>
            <a:ext cx="9906000" cy="138853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صح</a:t>
            </a:r>
          </a:p>
        </p:txBody>
      </p:sp>
      <p:sp>
        <p:nvSpPr>
          <p:cNvPr id="12" name="مستطيل: زوايا مستديرة 11">
            <a:extLst>
              <a:ext uri="{FF2B5EF4-FFF2-40B4-BE49-F238E27FC236}">
                <a16:creationId xmlns:a16="http://schemas.microsoft.com/office/drawing/2014/main" id="{BA5FDB6B-7133-A462-507E-CEDFA545A632}"/>
              </a:ext>
            </a:extLst>
          </p:cNvPr>
          <p:cNvSpPr/>
          <p:nvPr/>
        </p:nvSpPr>
        <p:spPr>
          <a:xfrm>
            <a:off x="4191000" y="5524500"/>
            <a:ext cx="9906000" cy="138853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/>
              <a:t>خطا  </a:t>
            </a:r>
          </a:p>
        </p:txBody>
      </p:sp>
      <p:sp>
        <p:nvSpPr>
          <p:cNvPr id="2" name="سهم: لليسار 1">
            <a:hlinkClick r:id="rId6" action="ppaction://hlinksldjump"/>
            <a:extLst>
              <a:ext uri="{FF2B5EF4-FFF2-40B4-BE49-F238E27FC236}">
                <a16:creationId xmlns:a16="http://schemas.microsoft.com/office/drawing/2014/main" id="{C93C229A-CB89-AD68-7193-D2B8DA983926}"/>
              </a:ext>
            </a:extLst>
          </p:cNvPr>
          <p:cNvSpPr/>
          <p:nvPr/>
        </p:nvSpPr>
        <p:spPr>
          <a:xfrm>
            <a:off x="381000" y="8572500"/>
            <a:ext cx="2209800" cy="1483977"/>
          </a:xfrm>
          <a:prstGeom prst="leftArrow">
            <a:avLst/>
          </a:prstGeom>
          <a:solidFill>
            <a:srgbClr val="2A53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b="1" dirty="0"/>
              <a:t>العودة</a:t>
            </a:r>
          </a:p>
        </p:txBody>
      </p:sp>
    </p:spTree>
    <p:extLst>
      <p:ext uri="{BB962C8B-B14F-4D97-AF65-F5344CB8AC3E}">
        <p14:creationId xmlns:p14="http://schemas.microsoft.com/office/powerpoint/2010/main" val="1029644452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F6128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خطا صوت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4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2F4466-0281-105B-3BC0-181AED5B4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E4A329-E71F-2496-37D5-D641670102DE}"/>
              </a:ext>
            </a:extLst>
          </p:cNvPr>
          <p:cNvSpPr/>
          <p:nvPr/>
        </p:nvSpPr>
        <p:spPr>
          <a:xfrm>
            <a:off x="685800" y="-304357"/>
            <a:ext cx="2430781" cy="1241908"/>
          </a:xfrm>
          <a:custGeom>
            <a:avLst/>
            <a:gdLst/>
            <a:ahLst/>
            <a:cxnLst/>
            <a:rect l="l" t="t" r="r" b="b"/>
            <a:pathLst>
              <a:path w="2430781" h="1241908">
                <a:moveTo>
                  <a:pt x="0" y="0"/>
                </a:moveTo>
                <a:lnTo>
                  <a:pt x="2430781" y="0"/>
                </a:lnTo>
                <a:lnTo>
                  <a:pt x="2430781" y="1241908"/>
                </a:lnTo>
                <a:lnTo>
                  <a:pt x="0" y="1241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C31DA42-5980-5000-63A2-FE8E5DEF9B33}"/>
              </a:ext>
            </a:extLst>
          </p:cNvPr>
          <p:cNvSpPr/>
          <p:nvPr/>
        </p:nvSpPr>
        <p:spPr>
          <a:xfrm>
            <a:off x="16763999" y="748694"/>
            <a:ext cx="2430781" cy="1241908"/>
          </a:xfrm>
          <a:custGeom>
            <a:avLst/>
            <a:gdLst/>
            <a:ahLst/>
            <a:cxnLst/>
            <a:rect l="l" t="t" r="r" b="b"/>
            <a:pathLst>
              <a:path w="2430781" h="1241908">
                <a:moveTo>
                  <a:pt x="0" y="0"/>
                </a:moveTo>
                <a:lnTo>
                  <a:pt x="2430781" y="0"/>
                </a:lnTo>
                <a:lnTo>
                  <a:pt x="2430781" y="1241908"/>
                </a:lnTo>
                <a:lnTo>
                  <a:pt x="0" y="1241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18147A0-FF5A-5637-29D9-7E406080A644}"/>
              </a:ext>
            </a:extLst>
          </p:cNvPr>
          <p:cNvSpPr/>
          <p:nvPr/>
        </p:nvSpPr>
        <p:spPr>
          <a:xfrm>
            <a:off x="-1215391" y="1676670"/>
            <a:ext cx="2430781" cy="1241908"/>
          </a:xfrm>
          <a:custGeom>
            <a:avLst/>
            <a:gdLst/>
            <a:ahLst/>
            <a:cxnLst/>
            <a:rect l="l" t="t" r="r" b="b"/>
            <a:pathLst>
              <a:path w="2430781" h="1241908">
                <a:moveTo>
                  <a:pt x="0" y="0"/>
                </a:moveTo>
                <a:lnTo>
                  <a:pt x="2430781" y="0"/>
                </a:lnTo>
                <a:lnTo>
                  <a:pt x="2430781" y="1241908"/>
                </a:lnTo>
                <a:lnTo>
                  <a:pt x="0" y="1241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A15E4DA-34BE-9A10-AE51-38DC5B983FB3}"/>
              </a:ext>
            </a:extLst>
          </p:cNvPr>
          <p:cNvSpPr/>
          <p:nvPr/>
        </p:nvSpPr>
        <p:spPr>
          <a:xfrm>
            <a:off x="14097000" y="-356443"/>
            <a:ext cx="2430781" cy="1241908"/>
          </a:xfrm>
          <a:custGeom>
            <a:avLst/>
            <a:gdLst/>
            <a:ahLst/>
            <a:cxnLst/>
            <a:rect l="l" t="t" r="r" b="b"/>
            <a:pathLst>
              <a:path w="2430781" h="1241908">
                <a:moveTo>
                  <a:pt x="0" y="0"/>
                </a:moveTo>
                <a:lnTo>
                  <a:pt x="2430782" y="0"/>
                </a:lnTo>
                <a:lnTo>
                  <a:pt x="2430782" y="1241909"/>
                </a:lnTo>
                <a:lnTo>
                  <a:pt x="0" y="12419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grpSp>
        <p:nvGrpSpPr>
          <p:cNvPr id="18" name="مجموعة 17">
            <a:extLst>
              <a:ext uri="{FF2B5EF4-FFF2-40B4-BE49-F238E27FC236}">
                <a16:creationId xmlns:a16="http://schemas.microsoft.com/office/drawing/2014/main" id="{6805EE6E-B92D-F401-75CC-9C4574D382CD}"/>
              </a:ext>
            </a:extLst>
          </p:cNvPr>
          <p:cNvGrpSpPr/>
          <p:nvPr/>
        </p:nvGrpSpPr>
        <p:grpSpPr>
          <a:xfrm>
            <a:off x="-112291" y="9410694"/>
            <a:ext cx="18480543" cy="880764"/>
            <a:chOff x="569457" y="9622986"/>
            <a:chExt cx="17718543" cy="799932"/>
          </a:xfrm>
        </p:grpSpPr>
        <p:pic>
          <p:nvPicPr>
            <p:cNvPr id="15" name="صورة 14">
              <a:extLst>
                <a:ext uri="{FF2B5EF4-FFF2-40B4-BE49-F238E27FC236}">
                  <a16:creationId xmlns:a16="http://schemas.microsoft.com/office/drawing/2014/main" id="{5719E235-8A99-027C-1239-2808D32A0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87911"/>
            <a:stretch/>
          </p:blipFill>
          <p:spPr>
            <a:xfrm>
              <a:off x="6140792" y="9622986"/>
              <a:ext cx="12147208" cy="799932"/>
            </a:xfrm>
            <a:prstGeom prst="rect">
              <a:avLst/>
            </a:prstGeom>
          </p:spPr>
        </p:pic>
        <p:pic>
          <p:nvPicPr>
            <p:cNvPr id="16" name="صورة 15">
              <a:extLst>
                <a:ext uri="{FF2B5EF4-FFF2-40B4-BE49-F238E27FC236}">
                  <a16:creationId xmlns:a16="http://schemas.microsoft.com/office/drawing/2014/main" id="{BA515D72-DB71-3547-62C5-8B37FB06A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87911" r="54135"/>
            <a:stretch/>
          </p:blipFill>
          <p:spPr>
            <a:xfrm>
              <a:off x="569457" y="9622986"/>
              <a:ext cx="5571335" cy="799932"/>
            </a:xfrm>
            <a:prstGeom prst="rect">
              <a:avLst/>
            </a:prstGeom>
          </p:spPr>
        </p:pic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AB8FA4C1-DFC4-0845-7D26-D5ADF04DDFEC}"/>
              </a:ext>
            </a:extLst>
          </p:cNvPr>
          <p:cNvSpPr/>
          <p:nvPr/>
        </p:nvSpPr>
        <p:spPr>
          <a:xfrm>
            <a:off x="16078200" y="6703632"/>
            <a:ext cx="16701712" cy="3170304"/>
          </a:xfrm>
          <a:custGeom>
            <a:avLst/>
            <a:gdLst/>
            <a:ahLst/>
            <a:cxnLst/>
            <a:rect l="l" t="t" r="r" b="b"/>
            <a:pathLst>
              <a:path w="18915564" h="4883655">
                <a:moveTo>
                  <a:pt x="0" y="0"/>
                </a:moveTo>
                <a:lnTo>
                  <a:pt x="18915564" y="0"/>
                </a:lnTo>
                <a:lnTo>
                  <a:pt x="18915564" y="4883655"/>
                </a:lnTo>
                <a:lnTo>
                  <a:pt x="0" y="4883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9" name="مستطيل: زوايا مستديرة 8">
            <a:extLst>
              <a:ext uri="{FF2B5EF4-FFF2-40B4-BE49-F238E27FC236}">
                <a16:creationId xmlns:a16="http://schemas.microsoft.com/office/drawing/2014/main" id="{DDCEC3F1-131F-5E06-AFD1-7735093F35D1}"/>
              </a:ext>
            </a:extLst>
          </p:cNvPr>
          <p:cNvSpPr/>
          <p:nvPr/>
        </p:nvSpPr>
        <p:spPr>
          <a:xfrm>
            <a:off x="8957829" y="2434277"/>
            <a:ext cx="9021560" cy="217197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800" dirty="0"/>
              <a:t>تقييم الدرس</a:t>
            </a: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A4E9741D-A073-6891-3117-3350728ABD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6606" b="73496" l="19158" r="81250">
                        <a14:foregroundMark x1="53804" y1="27115" x2="53804" y2="27115"/>
                        <a14:foregroundMark x1="53804" y1="27115" x2="40761" y2="29664"/>
                        <a14:foregroundMark x1="40761" y1="29664" x2="28940" y2="38634"/>
                        <a14:foregroundMark x1="28940" y1="38634" x2="22011" y2="54944"/>
                        <a14:foregroundMark x1="22011" y1="54944" x2="21875" y2="55759"/>
                        <a14:foregroundMark x1="21875" y1="55759" x2="50272" y2="72885"/>
                        <a14:foregroundMark x1="50272" y1="72885" x2="61413" y2="71458"/>
                        <a14:foregroundMark x1="61413" y1="71458" x2="61821" y2="71865"/>
                        <a14:foregroundMark x1="81250" y1="53925" x2="81250" y2="53925"/>
                        <a14:foregroundMark x1="19158" y1="48726" x2="19158" y2="48726"/>
                        <a14:foregroundMark x1="52174" y1="73496" x2="52174" y2="73496"/>
                      </a14:backgroundRemoval>
                    </a14:imgEffect>
                  </a14:imgLayer>
                </a14:imgProps>
              </a:ext>
            </a:extLst>
          </a:blip>
          <a:srcRect l="15091" t="23111" r="13186" b="23111"/>
          <a:stretch/>
        </p:blipFill>
        <p:spPr>
          <a:xfrm>
            <a:off x="5291051" y="1958293"/>
            <a:ext cx="3086647" cy="3084824"/>
          </a:xfrm>
          <a:prstGeom prst="rect">
            <a:avLst/>
          </a:prstGeom>
        </p:spPr>
      </p:pic>
      <p:pic>
        <p:nvPicPr>
          <p:cNvPr id="12" name="Train Horn - Sound Effect (HD)">
            <a:hlinkClick r:id="" action="ppaction://media"/>
            <a:extLst>
              <a:ext uri="{FF2B5EF4-FFF2-40B4-BE49-F238E27FC236}">
                <a16:creationId xmlns:a16="http://schemas.microsoft.com/office/drawing/2014/main" id="{280FA3C7-1F4F-2EA9-5241-F23BB1C520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2277408" y="2291775"/>
            <a:ext cx="1477963" cy="1477963"/>
          </a:xfrm>
          <a:prstGeom prst="rect">
            <a:avLst/>
          </a:prstGeom>
        </p:spPr>
      </p:pic>
      <p:pic>
        <p:nvPicPr>
          <p:cNvPr id="13" name="Train Horn - Sound Effect (HD)">
            <a:hlinkClick r:id="" action="ppaction://media"/>
            <a:extLst>
              <a:ext uri="{FF2B5EF4-FFF2-40B4-BE49-F238E27FC236}">
                <a16:creationId xmlns:a16="http://schemas.microsoft.com/office/drawing/2014/main" id="{B076D57B-9669-9FB3-9489-E038978550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2476334" y="3706665"/>
            <a:ext cx="1477963" cy="1477963"/>
          </a:xfrm>
          <a:prstGeom prst="rect">
            <a:avLst/>
          </a:prstGeom>
        </p:spPr>
      </p:pic>
      <p:pic>
        <p:nvPicPr>
          <p:cNvPr id="14" name="صورة 13">
            <a:extLst>
              <a:ext uri="{FF2B5EF4-FFF2-40B4-BE49-F238E27FC236}">
                <a16:creationId xmlns:a16="http://schemas.microsoft.com/office/drawing/2014/main" id="{1E66C5B8-BED4-B74A-74B0-B917FCB8F6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883" b="98536" l="9932" r="89932">
                        <a14:foregroundMark x1="47755" y1="5439" x2="47755" y2="5439"/>
                        <a14:foregroundMark x1="46803" y1="98536" x2="46803" y2="98536"/>
                        <a14:foregroundMark x1="49932" y1="2720" x2="49932" y2="2720"/>
                        <a14:foregroundMark x1="49252" y1="1883" x2="49252" y2="18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603" y="2105959"/>
            <a:ext cx="4349426" cy="282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17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1.23457E-7 L -0.54626 0.00031 " pathEditMode="relative" rAng="0" ptsTypes="AA">
                                      <p:cBhvr>
                                        <p:cTn id="6" dur="4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318" y="1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29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5295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94</Words>
  <Application>Microsoft Office PowerPoint</Application>
  <PresentationFormat>مخصص</PresentationFormat>
  <Paragraphs>34</Paragraphs>
  <Slides>9</Slides>
  <Notes>0</Notes>
  <HiddenSlides>0</HiddenSlides>
  <MMClips>4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and Green Cute Illustrative Group Project Presentation</dc:title>
  <dc:creator>amal ALmarwani</dc:creator>
  <cp:lastModifiedBy>amal ALmarwani</cp:lastModifiedBy>
  <cp:revision>5</cp:revision>
  <dcterms:created xsi:type="dcterms:W3CDTF">2006-08-16T00:00:00Z</dcterms:created>
  <dcterms:modified xsi:type="dcterms:W3CDTF">2026-10-22T04:56:09Z</dcterms:modified>
  <dc:identifier>DAGY13enh9U</dc:identifier>
</cp:coreProperties>
</file>